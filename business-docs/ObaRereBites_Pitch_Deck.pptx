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588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0" y="457200"/>
            <a:ext cx="2286000" cy="2286000"/>
          </a:xfrm>
          <a:prstGeom prst="ellipse">
            <a:avLst/>
          </a:prstGeom>
          <a:solidFill>
            <a:srgbClr val="C6282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F9A825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Users/samuellawal/Code/obarerebites/business-docs/logo.png"/>
          <p:cNvPicPr>
            <a:picLocks noChangeAspect="1"/>
          </p:cNvPicPr>
          <p:nvPr/>
        </p:nvPicPr>
        <p:blipFill>
          <a:blip r:embed="rId3"/>
          <a:srcRect l="-1183" t="25858" r="-41" b="32392"/>
          <a:stretch>
            <a:fillRect/>
          </a:stretch>
        </p:blipFill>
        <p:spPr>
          <a:xfrm>
            <a:off x="3842951" y="833463"/>
            <a:ext cx="4732638" cy="1349358"/>
          </a:xfrm>
          <a:prstGeom prst="rect">
            <a:avLst/>
          </a:prstGeom>
          <a:ln w="190500" cap="sq">
            <a:noFill/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7" name="Text 4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Implementation Strategy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lean family-run Nigerian street food business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29200" y="4572000"/>
            <a:ext cx="2130552" cy="36576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48463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obarerebites.co.uk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521208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muellawal/Code/obarerebites/business-doc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28600"/>
            <a:ext cx="1645920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0080" y="1554480"/>
            <a:ext cx="5212080" cy="182880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78308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25,000+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914400" y="2651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at University of Portsmouth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09360" y="1554480"/>
            <a:ext cx="5212080" cy="182880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09360" y="178308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£700M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6583680" y="2651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Nigerian food market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749040"/>
            <a:ext cx="5212080" cy="182880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397764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914400" y="48463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students order takeaway weekly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09360" y="3749040"/>
            <a:ext cx="5212080" cy="182880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09360" y="397764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</a:t>
            </a:r>
            <a:endParaRPr lang="en-US" sz="5600" dirty="0"/>
          </a:p>
        </p:txBody>
      </p:sp>
      <p:sp>
        <p:nvSpPr>
          <p:cNvPr id="15" name="Text 12"/>
          <p:cNvSpPr/>
          <p:nvPr/>
        </p:nvSpPr>
        <p:spPr>
          <a:xfrm>
            <a:off x="6583680" y="48463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Nigerian restaurants in Portsmouth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underserved market with built-in demand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muellawal/Code/obarerebites/business-doc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28600"/>
            <a:ext cx="1645920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Students Need Us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1371600" y="1554480"/>
            <a:ext cx="9445752" cy="96012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554480" y="16916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651760" y="173736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Nigerian food is £15-25 per meal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1600" y="2697480"/>
            <a:ext cx="9445752" cy="96012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554480" y="28346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🍔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2651760" y="288036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Deliveroo dominated by generic fast food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371600" y="3840480"/>
            <a:ext cx="9445752" cy="96012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554480" y="39776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2651760" y="402336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Homesick international students miss home cooking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371600" y="4983480"/>
            <a:ext cx="9445752" cy="96012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554480" y="51206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2651760" y="516636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late-night Naija delivery in Portsmouth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muellawal/Code/obarerebites/business-doc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28600"/>
            <a:ext cx="1645920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Naija Flavours. Student Prices.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828800"/>
            <a:ext cx="3566160" cy="3657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381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3566160" cy="5486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2514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731520" y="3611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14400" y="42519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Nigerian recipes, real spice, real culture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66160" cy="3657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381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25112" y="1828800"/>
            <a:ext cx="3566160" cy="5486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325112" y="2514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4507992" y="3611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690872" y="42519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Bowls from £8.99, snacks from £2.49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01584" y="1828800"/>
            <a:ext cx="3566160" cy="3657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381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101584" y="1828800"/>
            <a:ext cx="356616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101584" y="2514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🚚</a:t>
            </a:r>
            <a:endParaRPr lang="en-US" sz="5600" dirty="0"/>
          </a:p>
        </p:txBody>
      </p:sp>
      <p:sp>
        <p:nvSpPr>
          <p:cNvPr id="17" name="Text 14"/>
          <p:cNvSpPr/>
          <p:nvPr/>
        </p:nvSpPr>
        <p:spPr>
          <a:xfrm>
            <a:off x="8284464" y="3611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Convenient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467344" y="42519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via website or WhatsApp, delivered fast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muellawal/Code/obarerebites/business-doc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28600"/>
            <a:ext cx="1645920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Items. Done Right.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66160" cy="8686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6276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items  ·  £8.99 – £17.99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Oba's Jollof &amp; Peppered Grills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Rere's Fried Rice &amp; Prawns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Spaghetti Jollof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Suya Chicken Jollof Fire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Ofada Rice &amp; Ayamase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Queen Esther's Fish Royale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Egusi &amp; Pounded Yam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25112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25112" y="1554480"/>
            <a:ext cx="3566160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325112" y="16276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SNACKS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325112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items  ·  £2.49 – £3.99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53712" y="260604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Tobi's Puff Puff Box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Naija Meat Pie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Chin-Chin Cup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01584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101584" y="1554480"/>
            <a:ext cx="3566160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101584" y="16276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101584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items  ·  £0.99 – £2.99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30184" y="260604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Zobo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Chapman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Bottled Water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menu = consistency, low waste, easy batch cooking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muellawal/Code/obarerebites/business-doc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28600"/>
            <a:ext cx="1645920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Power of Less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1371600" y="1554480"/>
            <a:ext cx="777240" cy="7772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371600" y="16916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46888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Waste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46888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ingredients to spoil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71600" y="2468880"/>
            <a:ext cx="777240" cy="7772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71600" y="2606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46888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Prep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46888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memory from repetition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371600" y="3383280"/>
            <a:ext cx="777240" cy="7772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371600" y="35204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468880" y="3429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Quality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46888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dish tastes the same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371600" y="4297680"/>
            <a:ext cx="777240" cy="7772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371600" y="44348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468880" y="4343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Stock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46888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30 ingredients to track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371600" y="5212080"/>
            <a:ext cx="777240" cy="7772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371600" y="53492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468880" y="5257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Startup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246888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initial inventory required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muellawal/Code/obarerebites/business-doc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28600"/>
            <a:ext cx="1645920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Make Money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274320" y="201168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21031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placed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/ WhatsApp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377440" y="22860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651760" y="201168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651760" y="21031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/ Cash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0" y="22860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029200" y="201168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0" y="21031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cook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kitchen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32320" y="22860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7406640" y="201168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406640" y="21031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or local taxi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509760" y="228600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9784080" y="201168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784080" y="21031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280160" y="4389120"/>
            <a:ext cx="2926080" cy="146304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280160" y="45262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£12-15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1280160" y="5349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63440" y="4389120"/>
            <a:ext cx="2926080" cy="146304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663440" y="45262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4663440" y="5349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046720" y="4389120"/>
            <a:ext cx="2926080" cy="146304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046720" y="45262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25-35%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8046720" y="5349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Margin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muellawal/Code/obarerebites/business-doc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28600"/>
            <a:ext cx="1645920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Delivery Zones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554480"/>
            <a:ext cx="2011680" cy="54864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60320" y="1554480"/>
            <a:ext cx="2011680" cy="54864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56032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554480"/>
            <a:ext cx="2011680" cy="54864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6344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66560" y="1554480"/>
            <a:ext cx="2286000" cy="54864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766560" y="1554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0" y="1554480"/>
            <a:ext cx="2560320" cy="54864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2103120"/>
            <a:ext cx="20116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48640" y="2194560"/>
            <a:ext cx="1828800" cy="7315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" y="2103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560320" y="2103120"/>
            <a:ext cx="20116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65176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0-2 miles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63440" y="2103120"/>
            <a:ext cx="20116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5488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car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66560" y="2103120"/>
            <a:ext cx="22860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58000" y="21031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£1-2 per trip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144000" y="2103120"/>
            <a:ext cx="25603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235440" y="21031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3-4 orders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301752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48640" y="3108960"/>
            <a:ext cx="1828800" cy="7315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30175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2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2560320" y="301752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65176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2-5 miles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663440" y="301752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75488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taxi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766560" y="3017520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858000" y="30175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£4-5 per delivery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9144000" y="3017520"/>
            <a:ext cx="256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923544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£2-3 to customer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57200" y="3931920"/>
            <a:ext cx="20116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48640" y="4023360"/>
            <a:ext cx="182880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57200" y="39319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3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2560320" y="3931920"/>
            <a:ext cx="20116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2651760" y="3931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miles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4663440" y="3931920"/>
            <a:ext cx="20116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754880" y="3931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taxi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766560" y="3931920"/>
            <a:ext cx="22860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858000" y="39319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 delivery fee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9144000" y="3931920"/>
            <a:ext cx="256032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923544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order £25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2743200" y="5212080"/>
            <a:ext cx="6702552" cy="731520"/>
          </a:xfrm>
          <a:prstGeom prst="roundRect">
            <a:avLst>
              <a:gd name="adj" fmla="val 12500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2743200" y="5212080"/>
            <a:ext cx="6702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DELIVERY on orders over £20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muellawal/Code/obarerebites/business-doc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28600"/>
            <a:ext cx="1645920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Launch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417320"/>
            <a:ext cx="548640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381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548640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START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what you have at home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equipment basics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0" y="25146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8437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ingredients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0" y="284378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1729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(annual)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31729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£120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35021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35021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38313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bags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383133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" y="41605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&amp; flyers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54880" y="41605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" y="44897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Hygiene cert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54880" y="44897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1520" y="48188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HACCP pack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54880" y="48188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1520" y="51480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54880" y="51480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31520" y="5623560"/>
            <a:ext cx="4937760" cy="365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31520" y="5715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200400" y="5715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£710</a:t>
            </a:r>
            <a:endParaRPr lang="en-US" sz="2800" dirty="0"/>
          </a:p>
        </p:txBody>
      </p:sp>
      <p:sp>
        <p:nvSpPr>
          <p:cNvPr id="29" name="Shape 26"/>
          <p:cNvSpPr/>
          <p:nvPr/>
        </p:nvSpPr>
        <p:spPr>
          <a:xfrm>
            <a:off x="6217920" y="1417320"/>
            <a:ext cx="548640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381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217920" y="1417320"/>
            <a:ext cx="5486400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217920" y="1508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KIT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621792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everything new for the business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492240" y="2514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Cookware (pots, fryer, rice cooker)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515600" y="25146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£270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492240" y="28437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Knives &amp; prep tools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515600" y="284378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£152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492240" y="31729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containers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0515600" y="31729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£123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492240" y="35021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Appliances (blender, processor)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0515600" y="35021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£168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492240" y="38313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x 200 orders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0515600" y="383133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£230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492240" y="41605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Hygiene &amp; safety kit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0515600" y="41605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£140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492240" y="44897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ingredients (full)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0515600" y="44897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£290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492240" y="48188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&amp; setup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10515600" y="48188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£205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6492240" y="5623560"/>
            <a:ext cx="4937760" cy="3657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492240" y="5715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8961120" y="5715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£1,600</a:t>
            </a:r>
            <a:endParaRPr lang="en-US" sz="2800" dirty="0"/>
          </a:p>
        </p:txBody>
      </p:sp>
      <p:sp>
        <p:nvSpPr>
          <p:cNvPr id="52" name="Text 49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within first month at 10-12 orders per day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muellawal/Code/obarerebites/business-doc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28600"/>
            <a:ext cx="1645920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Profitability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381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66160" cy="82296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6276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Orders/week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8620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revenue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6393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£624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4160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profit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44165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£170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77240" y="4937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profit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51937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£730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4325112" y="155448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381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25112" y="1554480"/>
            <a:ext cx="3566160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325112" y="16276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325112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3-6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53712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Orders/week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53712" y="28620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553712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revenue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53712" y="36393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£1,610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553712" y="4160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profit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53712" y="44165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£550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553712" y="4937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profit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53712" y="51937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£2,365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8101584" y="155448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381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101584" y="1554480"/>
            <a:ext cx="3566160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101584" y="16276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AMBITIOUS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101584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6+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330184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Orders/week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330184" y="28620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330184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revenue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330184" y="36393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£3,075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8330184" y="4160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profit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330184" y="44165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£1,165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8330184" y="4937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profit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330184" y="51937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£5,010</a:t>
            </a:r>
            <a:endParaRPr lang="en-US" sz="2400" dirty="0"/>
          </a:p>
        </p:txBody>
      </p:sp>
      <p:sp>
        <p:nvSpPr>
          <p:cNvPr id="40" name="Text 37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at just 10-12 orders per day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muellawal/Code/obarerebites/business-doc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28600"/>
            <a:ext cx="1645920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Spouse Visa? YES, You Can!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1371600" y="1828800"/>
            <a:ext cx="2743200" cy="2743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371600" y="18288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0" dirty="0"/>
          </a:p>
        </p:txBody>
      </p:sp>
      <p:sp>
        <p:nvSpPr>
          <p:cNvPr id="6" name="Shape 3"/>
          <p:cNvSpPr/>
          <p:nvPr/>
        </p:nvSpPr>
        <p:spPr>
          <a:xfrm>
            <a:off x="4846320" y="1993392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03520" y="18288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Skilled Worker dependant visa = FULL right to work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846320" y="2770632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03520" y="26060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register as sole trader or limited company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846320" y="3547872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03520" y="33832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restrictions on type of business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846320" y="4325112"/>
            <a:ext cx="274320" cy="2743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03520" y="41605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HMRC self-assessment required (annual)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371600" y="5486400"/>
            <a:ext cx="9445752" cy="822960"/>
          </a:xfrm>
          <a:prstGeom prst="roundRect">
            <a:avLst>
              <a:gd name="adj" fmla="val 11111"/>
            </a:avLst>
          </a:prstGeom>
          <a:solidFill>
            <a:srgbClr val="FFF8E1"/>
          </a:solidFill>
          <a:ln w="254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371600" y="54864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Always check BRP card for 'No restrictions' clause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muellawal/Code/obarerebites/business-doc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28600"/>
            <a:ext cx="1645920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Tax-Friendly Income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554480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137160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Allowance (tax-free)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480560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£12,570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423160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137160" cy="7315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2423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Rate Income Tax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80560" y="24231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on £12,570 – £50,270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3291840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3291840"/>
            <a:ext cx="137160" cy="7315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3291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Insurance Class 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480560" y="3291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£3.45 / week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4160520"/>
            <a:ext cx="6858000" cy="7315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4160520"/>
            <a:ext cx="137160" cy="73152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2960" y="4160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Threshold (not triggered)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480560" y="4160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£90,000 turnover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772400" y="1554480"/>
            <a:ext cx="3959352" cy="3383280"/>
          </a:xfrm>
          <a:prstGeom prst="roundRect">
            <a:avLst>
              <a:gd name="adj" fmla="val 4054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772400" y="1783080"/>
            <a:ext cx="3959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TAX BILL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72400" y="2194560"/>
            <a:ext cx="3959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£13k profit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772400" y="2697480"/>
            <a:ext cx="39593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~£291</a:t>
            </a:r>
            <a:endParaRPr lang="en-US" sz="7200" dirty="0"/>
          </a:p>
        </p:txBody>
      </p:sp>
      <p:sp>
        <p:nvSpPr>
          <p:cNvPr id="24" name="Text 21"/>
          <p:cNvSpPr/>
          <p:nvPr/>
        </p:nvSpPr>
        <p:spPr>
          <a:xfrm>
            <a:off x="7772400" y="4251960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home: ~£12,709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all receipts. Use FreeAgent or a simple spreadsheet to track everything.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muellawal/Code/obarerebites/business-doc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28600"/>
            <a:ext cx="1645920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 to First Order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554480"/>
            <a:ext cx="2697480" cy="45720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2697480" cy="8686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645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Registration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697480"/>
            <a:ext cx="2286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HMRC self-employed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Council food business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Hygiene certificate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liability insurance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19272" y="1554480"/>
            <a:ext cx="2697480" cy="45720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19272" y="1554480"/>
            <a:ext cx="2697480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19272" y="1645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19272" y="20116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&amp; Accounts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47872" y="2697480"/>
            <a:ext cx="2286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bank account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payments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FreeAgent accounting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WhatsApp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81344" y="1554480"/>
            <a:ext cx="2697480" cy="45720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254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81344" y="1554480"/>
            <a:ext cx="2697480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81344" y="1645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81344" y="20116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&amp; Supplies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9944" y="2697480"/>
            <a:ext cx="2286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clean kitchen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ingredients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packaging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all recipes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043416" y="1554480"/>
            <a:ext cx="2697480" cy="45720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9043416" y="1554480"/>
            <a:ext cx="2697480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043416" y="1645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043416" y="20116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Launch!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272016" y="2697480"/>
            <a:ext cx="2286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launch (friends)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flyers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push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paid orders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muellawal/Code/obarerebites/business-doc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28600"/>
            <a:ext cx="1645920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Scale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914400" y="3657600"/>
            <a:ext cx="10360152" cy="7315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2011680" y="3383280"/>
            <a:ext cx="640080" cy="640080"/>
          </a:xfrm>
          <a:prstGeom prst="ellipse">
            <a:avLst/>
          </a:prstGeom>
          <a:solidFill>
            <a:srgbClr val="F9A825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01168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97280" y="155448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9728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34440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Reputation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1-3  ·  8-12/day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3444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of mouth, Instagram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17720" y="3383280"/>
            <a:ext cx="640080" cy="640080"/>
          </a:xfrm>
          <a:prstGeom prst="ellipse">
            <a:avLst/>
          </a:prstGeom>
          <a:solidFill>
            <a:srgbClr val="E651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1772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3703320" y="429768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703320" y="4389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0" y="4709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Plans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840480" y="5074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3-6  ·  15-25/day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840480" y="5394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subscriptions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223760" y="3383280"/>
            <a:ext cx="640080" cy="640080"/>
          </a:xfrm>
          <a:prstGeom prst="ellipse">
            <a:avLst/>
          </a:prstGeom>
          <a:solidFill>
            <a:srgbClr val="C62828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22376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309360" y="155448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30936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46520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Freshers &amp; Deliveroo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4652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6-12  ·  25-35/day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4652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stall, listings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829800" y="3383280"/>
            <a:ext cx="640080" cy="640080"/>
          </a:xfrm>
          <a:prstGeom prst="ellipse">
            <a:avLst/>
          </a:prstGeom>
          <a:solidFill>
            <a:srgbClr val="2E7D32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82980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8915400" y="429768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915400" y="4389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052560" y="4709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Kitchen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052560" y="5074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2+  ·  35+/day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052560" y="5394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help, catering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muellawal/Code/obarerebites/business-doc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28600"/>
            <a:ext cx="1645920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02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Oba Rere Advantage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914400" y="1691640"/>
            <a:ext cx="50292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88720" y="1965960"/>
            <a:ext cx="1371600" cy="1371600"/>
          </a:xfrm>
          <a:prstGeom prst="ellipse">
            <a:avLst/>
          </a:prstGeom>
          <a:solidFill>
            <a:srgbClr val="C62828">
              <a:alpha val="20000"/>
            </a:srgbClr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88720" y="1965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274320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743200" y="25146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Nigerian family recipes, real spice, real culture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0292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1965960"/>
            <a:ext cx="1371600" cy="1371600"/>
          </a:xfrm>
          <a:prstGeom prst="ellipse">
            <a:avLst/>
          </a:prstGeom>
          <a:solidFill>
            <a:srgbClr val="F9A825">
              <a:alpha val="20000"/>
            </a:srgbClr>
          </a:solidFill>
          <a:ln w="12700">
            <a:solidFill>
              <a:srgbClr val="F9A8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37960" y="1965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809244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92440" y="25146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overhead, family-run, no commercial premises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14400" y="3977640"/>
            <a:ext cx="50292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188720" y="4251960"/>
            <a:ext cx="1371600" cy="1371600"/>
          </a:xfrm>
          <a:prstGeom prst="ellipse">
            <a:avLst/>
          </a:prstGeom>
          <a:solidFill>
            <a:srgbClr val="E65100">
              <a:alpha val="20000"/>
            </a:srgbClr>
          </a:solidFill>
          <a:ln w="12700">
            <a:solidFill>
              <a:srgbClr val="E651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88720" y="4251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5600" dirty="0"/>
          </a:p>
        </p:txBody>
      </p:sp>
      <p:sp>
        <p:nvSpPr>
          <p:cNvPr id="17" name="Text 14"/>
          <p:cNvSpPr/>
          <p:nvPr/>
        </p:nvSpPr>
        <p:spPr>
          <a:xfrm>
            <a:off x="274320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STUDENT-FOCUSED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743200" y="48006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Portsmouth's 25,000 students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63640" y="3977640"/>
            <a:ext cx="50292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37960" y="4251960"/>
            <a:ext cx="1371600" cy="1371600"/>
          </a:xfrm>
          <a:prstGeom prst="ellipse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37960" y="4251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5600" dirty="0"/>
          </a:p>
        </p:txBody>
      </p:sp>
      <p:sp>
        <p:nvSpPr>
          <p:cNvPr id="22" name="Text 19"/>
          <p:cNvSpPr/>
          <p:nvPr/>
        </p:nvSpPr>
        <p:spPr>
          <a:xfrm>
            <a:off x="809244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092440" y="48006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Tech-enabled, ready to grow when demand follows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C6282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0" y="4114800"/>
            <a:ext cx="3200400" cy="3200400"/>
          </a:xfrm>
          <a:prstGeom prst="ellipse">
            <a:avLst/>
          </a:prstGeom>
          <a:solidFill>
            <a:srgbClr val="F9A825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Oya, Come Chop!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flavours. Big energy. Lean business.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0" y="3657600"/>
            <a:ext cx="3044952" cy="36576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4023360"/>
            <a:ext cx="5788152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4160520"/>
            <a:ext cx="542239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obarerebites.co.uk
</a:t>
            </a:r>
            <a:r>
              <a:rPr lang="en-US" sz="1600" dirty="0">
                <a:solidFill>
                  <a:srgbClr val="000000"/>
                </a:solidFill>
              </a:rPr>
              <a:t>
</a:t>
            </a: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@ObaRereBites  ·  Instagram &amp; TikTok
</a:t>
            </a:r>
            <a:r>
              <a:rPr lang="en-US" sz="1600" dirty="0">
                <a:solidFill>
                  <a:srgbClr val="000000"/>
                </a:solidFill>
              </a:rPr>
              <a:t>
</a:t>
            </a: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WhatsApp:  +44 7780 475030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885</Words>
  <Application>Microsoft Macintosh PowerPoint</Application>
  <PresentationFormat>Widescreen</PresentationFormat>
  <Paragraphs>287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Samuel Lawal</cp:lastModifiedBy>
  <cp:revision>2</cp:revision>
  <dcterms:created xsi:type="dcterms:W3CDTF">2026-05-30T11:18:22Z</dcterms:created>
  <dcterms:modified xsi:type="dcterms:W3CDTF">2026-05-30T12:46:39Z</dcterms:modified>
</cp:coreProperties>
</file>